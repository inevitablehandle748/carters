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13716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94960" y="6400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0" y="777240"/>
            <a:ext cx="13716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6400" b="1">
                <a:solidFill>
                  <a:srgbClr val="0067B9"/>
                </a:solidFill>
                <a:latin typeface="Calibri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171B25"/>
                </a:solidFill>
                <a:latin typeface="Calibri"/>
              </a:rPr>
              <a:t>Carter’s Equipment Request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>
                <a:solidFill>
                  <a:srgbClr val="6B7280"/>
                </a:solidFill>
                <a:latin typeface="Calibri"/>
              </a:rPr>
              <a:t>How to Use the Portal — Step-by-Step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0B2A9"/>
                </a:solidFill>
                <a:latin typeface="Calibri"/>
              </a:rPr>
              <a:t>User Guide  •  Carter’s Retail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71B25"/>
                </a:solidFill>
                <a:latin typeface="Calibri"/>
              </a:rPr>
              <a:t>Portal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0B2A9"/>
                </a:solidFill>
                <a:latin typeface="Calibri"/>
              </a:rPr>
              <a:t>What this portal does for Carter’s Retail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6424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Centralized hub for all Carter’s store equipment requests and support.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Submit New Store Equipment Requests with auto-populated bundles (Small / Medium / Large).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Request replacement items from the Carter’s stockroom for any site.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Open General Support requests for issues unrelated to equipment shipments.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Track every request through its lifecycle: Pending → Approved → Shipped → Completed.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Built-in Knowledge Base with how-to articles and product guides.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Role-based access: Requester, Fulfiller, and Admin — each sees only what they need.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71B25"/>
                </a:solidFill>
                <a:latin typeface="Calibri"/>
              </a:rPr>
              <a:t>Logging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0B2A9"/>
                </a:solidFill>
                <a:latin typeface="Calibri"/>
              </a:rPr>
              <a:t>Step 1 — Access the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6424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Navigate to https://carter.wach-ter.net in your browser.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Enter your Carter’s email and password, then click SIGN IN.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New users: click the SIGN UP tab to create an account (defaults to Requester role).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After login you land on the Dashboard, which is tailored to your role.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Sample credentials for testing: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      •  Admin:  admin@carters.com  /  carter2024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      •  Fulfiller:  fulfiller@carters.com  /  carter2024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      •  Requester:  requester@carters.com  /  carter2024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Tip: Change the sample passwords before going live.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71B25"/>
                </a:solidFill>
                <a:latin typeface="Calibri"/>
              </a:rPr>
              <a:t>Dashboard &amp;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0B2A9"/>
                </a:solidFill>
                <a:latin typeface="Calibri"/>
              </a:rPr>
              <a:t>Step 2 — Find your way around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6424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Top navigation bar: Dashboard, Catalog, Requests, Stores, Knowledge, and Admin (if applicable).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Dashboard shows stat cards for your open, pending, and completed requests.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Quick action tiles take you straight to the most-used forms.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Recent Requests table gives one-click access to request details.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Admin users see additional stats: total users, stores, and products.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Your role badge is visible in the top-right corner next to your name.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71B25"/>
                </a:solidFill>
                <a:latin typeface="Calibri"/>
              </a:rPr>
              <a:t>The Service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0B2A9"/>
                </a:solidFill>
                <a:latin typeface="Calibri"/>
              </a:rPr>
              <a:t>Step 3 — Pick the right request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6424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Click Catalog in the top navigation to see all available request types.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New Store Equipment Request — for opening a brand-new Carter’s location.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Request a Replacement Item — for replacing broken or missing equipment at an existing store.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General Support Request — for non-equipment issues (network, account access, questions).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Each catalog tile links to a guided form and the related Knowledge Base articles.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71B25"/>
                </a:solidFill>
                <a:latin typeface="Calibri"/>
              </a:rPr>
              <a:t>New Store Equipment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0B2A9"/>
                </a:solidFill>
                <a:latin typeface="Calibri"/>
              </a:rPr>
              <a:t>Step 4a — Open a new Carter’s 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6424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Select the store/site from the dropdown (filtered to Carter’s addresses, searchable by site number).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Choose store size: Small, Medium, or Large — the equipment list auto-populates from the matching bundle.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Review the auto-generated Multi-Item list (MRVS) with model, description, and quantity.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Adjust quantities up or down using the +/− controls next to each item.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Add extra items from the Carter’s stockroom if something is missing from the bundle.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Check Request Install on any item that needs on-site installation by Wachter.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Add notes if needed, then click SUBMIT REQUEST. A case number is generated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Bundles are managed by Admins under Admin → Bundles.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71B25"/>
                </a:solidFill>
                <a:latin typeface="Calibri"/>
              </a:rPr>
              <a:t>Request a Replacement Item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0B2A9"/>
                </a:solidFill>
                <a:latin typeface="Calibri"/>
              </a:rPr>
              <a:t>Step 4b — Replace broken or missing equipment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6424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Pick the Carter’s store/site where the item is needed.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Browse or search the Carter’s stockroom by name, SKU, or category.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Click items to add them to your request; adjust quantities with the +/− controls.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Toggle Request Install for any item that needs Wachter to install on site.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Include a short description of the issue or reason for the replacement in the Notes field.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Submit to generate a case — the Fulfiller team is notified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71B25"/>
                </a:solidFill>
                <a:latin typeface="Calibri"/>
              </a:rPr>
              <a:t>General Support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0B2A9"/>
                </a:solidFill>
                <a:latin typeface="Calibri"/>
              </a:rPr>
              <a:t>Step 4c — Anything else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6424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Use this form when the issue is not tied to shipping or replacing physical equipment.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Select the affected store (optional), choose a category, and set a priority (Low / Medium / High / Urgent).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Enter a clear subject and a detailed description of the issue.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Submit — a support case is opened and routed to the Fulfiller queue.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You will receive status updates by email as the case progresses.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71B25"/>
                </a:solidFill>
                <a:latin typeface="Calibri"/>
              </a:rPr>
              <a:t>Tracking Your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0B2A9"/>
                </a:solidFill>
                <a:latin typeface="Calibri"/>
              </a:rPr>
              <a:t>Step 5 — Stay informed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6424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Click Requests in the top nav to see all of your submissions.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Filter by status (Pending, Approved, Shipped, Completed, Cancelled) or by request type.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Search by case number or keyword to jump straight to a specific request.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Click any row to open the full Request Detail view: items, quantities, install flags, and notes.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Status badges are color-coded so you can scan the list at a glance.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Email notifications are sent automatically when the status changes.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71B25"/>
                </a:solidFill>
                <a:latin typeface="Calibri"/>
              </a:rPr>
              <a:t>Fulfiller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0B2A9"/>
                </a:solidFill>
                <a:latin typeface="Calibri"/>
              </a:rPr>
              <a:t>For the team that approves and 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67B9"/>
                </a:solidFill>
                <a:latin typeface="Calibri"/>
              </a:rPr>
              <a:t>Daily 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Open Requests → filter by status = Pending.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Click a case to review store, items, quantities, and install flags.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Verify against stockroom availability.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Approve or reject with a comment.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B2A9"/>
                </a:solidFill>
                <a:latin typeface="Calibri"/>
              </a:rPr>
              <a:t>Shipping &amp; Closeout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After approval, mark the request as Shipped when it leaves the warehouse.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Add tracking notes if available.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Mark as Completed once the store confirms receipt.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Each status change emails the Requester automatically.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71B25"/>
                </a:solidFill>
                <a:latin typeface="Calibri"/>
              </a:rPr>
              <a:t>Admin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0B2A9"/>
                </a:solidFill>
                <a:latin typeface="Calibri"/>
              </a:rPr>
              <a:t>Manage the system from Admin → 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67B9"/>
                </a:solidFill>
                <a:latin typeface="Calibri"/>
              </a:rPr>
              <a:t>Data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Users — create accounts, assign Requester / Fulfiller / Admin roles, reset passwords.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Stores — add or edit Carter’s site numbers, addresses, and size.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Products — manage the stockroom catalog (name, SKU, category, description).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B2A9"/>
                </a:solidFill>
                <a:latin typeface="Calibri"/>
              </a:rPr>
              <a:t>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Bundles — define which products and quantities are auto-loaded for Small / Medium / Large stores.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Knowledge — publish, edit, or retire Knowledge Base articles.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Requests — full visibility into every case across all users and statuses.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71B25"/>
                </a:solidFill>
                <a:latin typeface="Calibri"/>
              </a:rPr>
              <a:t>Knowledge Base &amp; Store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0B2A9"/>
                </a:solidFill>
                <a:latin typeface="Calibri"/>
              </a:rPr>
              <a:t>Self-service 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67B9"/>
                </a:solidFill>
                <a:latin typeface="Calibri"/>
              </a:rPr>
              <a:t>Knowledge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Click Knowledge in the top nav.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Search by keyword or filter by category.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Each article opens in a clean reader view with formatted instructions.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Use it before submitting a support case — most common questions are answered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0B2A9"/>
                </a:solidFill>
                <a:latin typeface="Calibri"/>
              </a:rPr>
              <a:t>Store Directory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Click Stores to browse every Carter’s location.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Search by site number, city, or name.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View address, store size, and other details.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71B25"/>
                </a:solidFill>
                <a:latin typeface="Calibri"/>
              </a:rPr>
              <a:t>•  Useful when verifying which site to attach to a request.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71B25"/>
                </a:solidFill>
                <a:latin typeface="Calibri"/>
              </a:rPr>
              <a:t>Tips &amp;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0B2A9"/>
                </a:solidFill>
                <a:latin typeface="Calibri"/>
              </a:rPr>
              <a:t>Get the most out of the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6424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Always pick the correct site first — it drives address, store size, and bundle defaults.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Review the auto-populated bundle carefully before submitting; adjust quantities as needed.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Use Request Install only where on-site installation is actually required (it impacts scheduling).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Add clear notes — the more context you provide, the faster Fulfillers can act.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Check the Knowledge Base first for common questions before opening a General Support case.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71B25"/>
                </a:solidFill>
                <a:latin typeface="Calibri"/>
              </a:rPr>
              <a:t>•  Admins: keep Stores, Products, and Bundles up to date so Requesters always see accurate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Questions? Open a General Support Request inside the portal.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