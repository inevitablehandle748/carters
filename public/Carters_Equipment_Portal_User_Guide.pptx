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13248" y="1645920"/>
            <a:ext cx="1371600" cy="1371600"/>
          </a:xfrm>
          <a:prstGeom prst="round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</a:pPr>
            <a:r>
              <a:rPr sz="6000" b="1">
                <a:solidFill>
                  <a:srgbClr val="FFFFFF"/>
                </a:solidFill>
                <a:latin typeface="Poppins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Poppins"/>
              </a:rPr>
              <a:t>Carter's Equipment Request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480560"/>
            <a:ext cx="7619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00B2A9"/>
                </a:solidFill>
                <a:latin typeface="Inter"/>
              </a:rPr>
              <a:t>User Guide &amp; Training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303520"/>
            <a:ext cx="670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Inter"/>
              </a:rPr>
              <a:t>Carter's Retail Inc. • Powered by Wachter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Inter"/>
              </a:rPr>
              <a:t>Carter's Retail Inc. — Equipment Request Portal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71B25"/>
                </a:solidFill>
                <a:latin typeface="Poppins"/>
              </a:rPr>
              <a:t>What We'll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500" b="1">
                <a:solidFill>
                  <a:srgbClr val="00B2A9"/>
                </a:solidFill>
                <a:latin typeface="Poppins"/>
              </a:rPr>
              <a:t>1. </a:t>
            </a:r>
            <a:r>
              <a:rPr sz="1500" b="1">
                <a:solidFill>
                  <a:srgbClr val="171B25"/>
                </a:solidFill>
                <a:latin typeface="Poppins"/>
              </a:rPr>
              <a:t>Getting Started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B7280"/>
                </a:solidFill>
                <a:latin typeface="Inter"/>
              </a:rPr>
              <a:t>     Logging in, signing up, and navigating the portal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00B2A9"/>
                </a:solidFill>
                <a:latin typeface="Poppins"/>
              </a:rPr>
              <a:t>2. </a:t>
            </a:r>
            <a:r>
              <a:rPr sz="1500" b="1">
                <a:solidFill>
                  <a:srgbClr val="171B25"/>
                </a:solidFill>
                <a:latin typeface="Poppins"/>
              </a:rPr>
              <a:t>Dashboard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B7280"/>
                </a:solidFill>
                <a:latin typeface="Inter"/>
              </a:rPr>
              <a:t>     Your personalized home base with quick stats and actions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00B2A9"/>
                </a:solidFill>
                <a:latin typeface="Poppins"/>
              </a:rPr>
              <a:t>3. </a:t>
            </a:r>
            <a:r>
              <a:rPr sz="1500" b="1">
                <a:solidFill>
                  <a:srgbClr val="171B25"/>
                </a:solidFill>
                <a:latin typeface="Poppins"/>
              </a:rPr>
              <a:t>Service Catalog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B7280"/>
                </a:solidFill>
                <a:latin typeface="Inter"/>
              </a:rPr>
              <a:t>     Three request types: New Store, Replacement, and Support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00B2A9"/>
                </a:solidFill>
                <a:latin typeface="Poppins"/>
              </a:rPr>
              <a:t>4. </a:t>
            </a:r>
            <a:r>
              <a:rPr sz="1500" b="1">
                <a:solidFill>
                  <a:srgbClr val="171B25"/>
                </a:solidFill>
                <a:latin typeface="Poppins"/>
              </a:rPr>
              <a:t>New Store Equipment Request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B7280"/>
                </a:solidFill>
                <a:latin typeface="Inter"/>
              </a:rPr>
              <a:t>     Ordering full equipment bundles for new stores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00B2A9"/>
                </a:solidFill>
                <a:latin typeface="Poppins"/>
              </a:rPr>
              <a:t>5. </a:t>
            </a:r>
            <a:r>
              <a:rPr sz="1500" b="1">
                <a:solidFill>
                  <a:srgbClr val="171B25"/>
                </a:solidFill>
                <a:latin typeface="Poppins"/>
              </a:rPr>
              <a:t>Replacement Item Request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B7280"/>
                </a:solidFill>
                <a:latin typeface="Inter"/>
              </a:rPr>
              <a:t>     Picking individual items from the stockroom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500" b="1">
                <a:solidFill>
                  <a:srgbClr val="00B2A9"/>
                </a:solidFill>
                <a:latin typeface="Poppins"/>
              </a:rPr>
              <a:t>6. </a:t>
            </a:r>
            <a:r>
              <a:rPr sz="1500" b="1">
                <a:solidFill>
                  <a:srgbClr val="171B25"/>
                </a:solidFill>
                <a:latin typeface="Poppins"/>
              </a:rPr>
              <a:t>General Support Request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B7280"/>
                </a:solidFill>
                <a:latin typeface="Inter"/>
              </a:rPr>
              <a:t>     Submitting non-equipment support cases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00B2A9"/>
                </a:solidFill>
                <a:latin typeface="Poppins"/>
              </a:rPr>
              <a:t>7. </a:t>
            </a:r>
            <a:r>
              <a:rPr sz="1500" b="1">
                <a:solidFill>
                  <a:srgbClr val="171B25"/>
                </a:solidFill>
                <a:latin typeface="Poppins"/>
              </a:rPr>
              <a:t>Tracking Requests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B7280"/>
                </a:solidFill>
                <a:latin typeface="Inter"/>
              </a:rPr>
              <a:t>     Viewing, filtering, and managing your requests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00B2A9"/>
                </a:solidFill>
                <a:latin typeface="Poppins"/>
              </a:rPr>
              <a:t>8. </a:t>
            </a:r>
            <a:r>
              <a:rPr sz="1500" b="1">
                <a:solidFill>
                  <a:srgbClr val="171B25"/>
                </a:solidFill>
                <a:latin typeface="Poppins"/>
              </a:rPr>
              <a:t>Store Directory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B7280"/>
                </a:solidFill>
                <a:latin typeface="Inter"/>
              </a:rPr>
              <a:t>     Browsing all Carter's store locations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00B2A9"/>
                </a:solidFill>
                <a:latin typeface="Poppins"/>
              </a:rPr>
              <a:t>9. </a:t>
            </a:r>
            <a:r>
              <a:rPr sz="1500" b="1">
                <a:solidFill>
                  <a:srgbClr val="171B25"/>
                </a:solidFill>
                <a:latin typeface="Poppins"/>
              </a:rPr>
              <a:t>Knowledge Base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B7280"/>
                </a:solidFill>
                <a:latin typeface="Inter"/>
              </a:rPr>
              <a:t>     Self-service guides and documentation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00B2A9"/>
                </a:solidFill>
                <a:latin typeface="Poppins"/>
              </a:rPr>
              <a:t>10. </a:t>
            </a:r>
            <a:r>
              <a:rPr sz="1500" b="1">
                <a:solidFill>
                  <a:srgbClr val="171B25"/>
                </a:solidFill>
                <a:latin typeface="Poppins"/>
              </a:rPr>
              <a:t>Administration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B7280"/>
                </a:solidFill>
                <a:latin typeface="Inter"/>
              </a:rPr>
              <a:t>     Managing users, products, stores, and articles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7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Poppins"/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CCE5FF"/>
                </a:solidFill>
                <a:latin typeface="Inter"/>
              </a:rPr>
              <a:t>How to access the Carter's Equipment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Inter"/>
              </a:rPr>
              <a:t>Carter's Retail Inc. — Equipment Request Portal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71B25"/>
                </a:solidFill>
                <a:latin typeface="Poppins"/>
              </a:rPr>
              <a:t>Signing 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1. </a:t>
            </a:r>
            <a:r>
              <a:rPr sz="1300">
                <a:solidFill>
                  <a:srgbClr val="3A3F4B"/>
                </a:solidFill>
                <a:latin typeface="Inter"/>
              </a:rPr>
              <a:t>Navigate to the portal URL in your web browser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2. </a:t>
            </a:r>
            <a:r>
              <a:rPr sz="1300">
                <a:solidFill>
                  <a:srgbClr val="3A3F4B"/>
                </a:solidFill>
                <a:latin typeface="Inter"/>
              </a:rPr>
              <a:t>Enter your email address and password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3. </a:t>
            </a:r>
            <a:r>
              <a:rPr sz="1300">
                <a:solidFill>
                  <a:srgbClr val="3A3F4B"/>
                </a:solidFill>
                <a:latin typeface="Inter"/>
              </a:rPr>
              <a:t>Click 'Sign In' to access the portal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4. </a:t>
            </a:r>
            <a:r>
              <a:rPr sz="1300">
                <a:solidFill>
                  <a:srgbClr val="3A3F4B"/>
                </a:solidFill>
                <a:latin typeface="Inter"/>
              </a:rPr>
              <a:t>You'll be redirected to your personalized Dashboard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5. </a:t>
            </a:r>
            <a:r>
              <a:rPr sz="1300">
                <a:solidFill>
                  <a:srgbClr val="3A3F4B"/>
                </a:solidFill>
                <a:latin typeface="Inter"/>
              </a:rPr>
              <a:t>Your role (Requester, Fulfiller, or Admin) determines which features are available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0" y="502920"/>
            <a:ext cx="6217920" cy="5760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457200"/>
            <a:ext cx="62179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Inter"/>
              </a:rPr>
              <a:t>Carter's Retail Inc. — Equipment Request Portal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71B25"/>
                </a:solidFill>
                <a:latin typeface="Poppins"/>
              </a:rPr>
              <a:t>Creating a New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1. </a:t>
            </a:r>
            <a:r>
              <a:rPr sz="1300">
                <a:solidFill>
                  <a:srgbClr val="3A3F4B"/>
                </a:solidFill>
                <a:latin typeface="Inter"/>
              </a:rPr>
              <a:t>Click the 'Sign Up' tab on the login page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2. </a:t>
            </a:r>
            <a:r>
              <a:rPr sz="1300">
                <a:solidFill>
                  <a:srgbClr val="3A3F4B"/>
                </a:solidFill>
                <a:latin typeface="Inter"/>
              </a:rPr>
              <a:t>Enter your full name, email, and password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3. </a:t>
            </a:r>
            <a:r>
              <a:rPr sz="1300">
                <a:solidFill>
                  <a:srgbClr val="3A3F4B"/>
                </a:solidFill>
                <a:latin typeface="Inter"/>
              </a:rPr>
              <a:t>Click 'Create Account' to register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4. </a:t>
            </a:r>
            <a:r>
              <a:rPr sz="1300">
                <a:solidFill>
                  <a:srgbClr val="3A3F4B"/>
                </a:solidFill>
                <a:latin typeface="Inter"/>
              </a:rPr>
              <a:t>New accounts are created with 'Requester' role by default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5. </a:t>
            </a:r>
            <a:r>
              <a:rPr sz="1300">
                <a:solidFill>
                  <a:srgbClr val="3A3F4B"/>
                </a:solidFill>
                <a:latin typeface="Inter"/>
              </a:rPr>
              <a:t>An Admin can later upgrade your role if needed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0" y="502920"/>
            <a:ext cx="6217920" cy="5760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sign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457200"/>
            <a:ext cx="62179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7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Poppins"/>
              </a:rP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CCE5FF"/>
                </a:solidFill>
                <a:latin typeface="Inter"/>
              </a:rPr>
              <a:t>Your personalized home base for equipment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Inter"/>
              </a:rPr>
              <a:t>Carter's Retail Inc. — Equipment Request Portal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71B25"/>
                </a:solidFill>
                <a:latin typeface="Poppins"/>
              </a:rPr>
              <a:t>Dashboard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1. </a:t>
            </a:r>
            <a:r>
              <a:rPr sz="1300">
                <a:solidFill>
                  <a:srgbClr val="3A3F4B"/>
                </a:solidFill>
                <a:latin typeface="Inter"/>
              </a:rPr>
              <a:t>See a personalized welcome message with your role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2. </a:t>
            </a:r>
            <a:r>
              <a:rPr sz="1300">
                <a:solidFill>
                  <a:srgbClr val="3A3F4B"/>
                </a:solidFill>
                <a:latin typeface="Inter"/>
              </a:rPr>
              <a:t>Quick action cards let you jump directly to request forms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3. </a:t>
            </a:r>
            <a:r>
              <a:rPr sz="1300">
                <a:solidFill>
                  <a:srgbClr val="3A3F4B"/>
                </a:solidFill>
                <a:latin typeface="Inter"/>
              </a:rPr>
              <a:t>Status counters show Pending, Approved, Shipped, Completed, and Cancelled requests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4. </a:t>
            </a:r>
            <a:r>
              <a:rPr sz="1300">
                <a:solidFill>
                  <a:srgbClr val="3A3F4B"/>
                </a:solidFill>
                <a:latin typeface="Inter"/>
              </a:rPr>
              <a:t>Admins also see total store, product, and user counts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5. </a:t>
            </a:r>
            <a:r>
              <a:rPr sz="1300">
                <a:solidFill>
                  <a:srgbClr val="3A3F4B"/>
                </a:solidFill>
                <a:latin typeface="Inter"/>
              </a:rPr>
              <a:t>Recent requests table shows your latest activity with direct links to details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0" y="502920"/>
            <a:ext cx="6217920" cy="5760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457200"/>
            <a:ext cx="62179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7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Poppins"/>
              </a:rPr>
              <a:t>Service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CCE5FF"/>
                </a:solidFill>
                <a:latin typeface="Inter"/>
              </a:rPr>
              <a:t>Three ways to request equipment and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Inter"/>
              </a:rPr>
              <a:t>Carter's Retail Inc. — Equipment Request Portal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71B25"/>
                </a:solidFill>
                <a:latin typeface="Poppins"/>
              </a:rPr>
              <a:t>Service Catalog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1. </a:t>
            </a:r>
            <a:r>
              <a:rPr sz="1300">
                <a:solidFill>
                  <a:srgbClr val="3A3F4B"/>
                </a:solidFill>
                <a:latin typeface="Inter"/>
              </a:rPr>
              <a:t>Click 'Catalog' in the top navigation bar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2. </a:t>
            </a:r>
            <a:r>
              <a:rPr sz="1300">
                <a:solidFill>
                  <a:srgbClr val="3A3F4B"/>
                </a:solidFill>
                <a:latin typeface="Inter"/>
              </a:rPr>
              <a:t>New Store Equipment — Order a full equipment bundle for a new store opening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3. </a:t>
            </a:r>
            <a:r>
              <a:rPr sz="1300">
                <a:solidFill>
                  <a:srgbClr val="3A3F4B"/>
                </a:solidFill>
                <a:latin typeface="Inter"/>
              </a:rPr>
              <a:t>Replacement Item — Request specific replacement items from the stockroom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4. </a:t>
            </a:r>
            <a:r>
              <a:rPr sz="1300">
                <a:solidFill>
                  <a:srgbClr val="3A3F4B"/>
                </a:solidFill>
                <a:latin typeface="Inter"/>
              </a:rPr>
              <a:t>General Support — Submit a non-equipment IT support case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5. </a:t>
            </a:r>
            <a:r>
              <a:rPr sz="1300">
                <a:solidFill>
                  <a:srgbClr val="3A3F4B"/>
                </a:solidFill>
                <a:latin typeface="Inter"/>
              </a:rPr>
              <a:t>Each card links to its respective request form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6. </a:t>
            </a:r>
            <a:r>
              <a:rPr sz="1300">
                <a:solidFill>
                  <a:srgbClr val="3A3F4B"/>
                </a:solidFill>
                <a:latin typeface="Inter"/>
              </a:rPr>
              <a:t>Need help? The Knowledge Base link at the bottom provides guides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0" y="502920"/>
            <a:ext cx="6217920" cy="5760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457200"/>
            <a:ext cx="62179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7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Poppins"/>
              </a:rPr>
              <a:t>New Store Equipment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CCE5FF"/>
                </a:solidFill>
                <a:latin typeface="Inter"/>
              </a:rPr>
              <a:t>Ordering complete equipment bundles for new locations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Inter"/>
              </a:rPr>
              <a:t>Carter's Retail Inc. — Equipment Request Portal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71B25"/>
                </a:solidFill>
                <a:latin typeface="Poppins"/>
              </a:rPr>
              <a:t>Step 1: Select Store &amp; Size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1. </a:t>
            </a:r>
            <a:r>
              <a:rPr sz="1300">
                <a:solidFill>
                  <a:srgbClr val="3A3F4B"/>
                </a:solidFill>
                <a:latin typeface="Inter"/>
              </a:rPr>
              <a:t>Search for the store by name or site number (e.g. 'CTR-001')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2. </a:t>
            </a:r>
            <a:r>
              <a:rPr sz="1300">
                <a:solidFill>
                  <a:srgbClr val="3A3F4B"/>
                </a:solidFill>
                <a:latin typeface="Inter"/>
              </a:rPr>
              <a:t>Select the store from the dropdown results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3. </a:t>
            </a:r>
            <a:r>
              <a:rPr sz="1300">
                <a:solidFill>
                  <a:srgbClr val="3A3F4B"/>
                </a:solidFill>
                <a:latin typeface="Inter"/>
              </a:rPr>
              <a:t>The store address will display for confirmation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4. </a:t>
            </a:r>
            <a:r>
              <a:rPr sz="1300">
                <a:solidFill>
                  <a:srgbClr val="3A3F4B"/>
                </a:solidFill>
                <a:latin typeface="Inter"/>
              </a:rPr>
              <a:t>Choose the store size: Small, Medium, or Large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5. </a:t>
            </a:r>
            <a:r>
              <a:rPr sz="1300">
                <a:solidFill>
                  <a:srgbClr val="3A3F4B"/>
                </a:solidFill>
                <a:latin typeface="Inter"/>
              </a:rPr>
              <a:t>The system automatically loads the recommended equipment bundle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0" y="502920"/>
            <a:ext cx="6217920" cy="5760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_new_store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457200"/>
            <a:ext cx="62179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Inter"/>
              </a:rPr>
              <a:t>Carter's Retail Inc. — Equipment Request Portal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71B25"/>
                </a:solidFill>
                <a:latin typeface="Poppins"/>
              </a:rPr>
              <a:t>Step 2: Review Equipment Bundle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1. </a:t>
            </a:r>
            <a:r>
              <a:rPr sz="1300">
                <a:solidFill>
                  <a:srgbClr val="3A3F4B"/>
                </a:solidFill>
                <a:latin typeface="Inter"/>
              </a:rPr>
              <a:t>The equipment list auto-populates based on store size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2. </a:t>
            </a:r>
            <a:r>
              <a:rPr sz="1300">
                <a:solidFill>
                  <a:srgbClr val="3A3F4B"/>
                </a:solidFill>
                <a:latin typeface="Inter"/>
              </a:rPr>
              <a:t>Large stores receive 28 items across all categories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3. </a:t>
            </a:r>
            <a:r>
              <a:rPr sz="1300">
                <a:solidFill>
                  <a:srgbClr val="3A3F4B"/>
                </a:solidFill>
                <a:latin typeface="Inter"/>
              </a:rPr>
              <a:t>Adjust quantities using the – and + buttons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4. </a:t>
            </a:r>
            <a:r>
              <a:rPr sz="1300">
                <a:solidFill>
                  <a:srgbClr val="3A3F4B"/>
                </a:solidFill>
                <a:latin typeface="Inter"/>
              </a:rPr>
              <a:t>Check 'Install' for items that need professional installation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5. </a:t>
            </a:r>
            <a:r>
              <a:rPr sz="1300">
                <a:solidFill>
                  <a:srgbClr val="3A3F4B"/>
                </a:solidFill>
                <a:latin typeface="Inter"/>
              </a:rPr>
              <a:t>Use 'Request Install (All)' to check all items at once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6. </a:t>
            </a:r>
            <a:r>
              <a:rPr sz="1300">
                <a:solidFill>
                  <a:srgbClr val="3A3F4B"/>
                </a:solidFill>
                <a:latin typeface="Inter"/>
              </a:rPr>
              <a:t>Click '+ Add Item' to add products not in the bundle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7. </a:t>
            </a:r>
            <a:r>
              <a:rPr sz="1300">
                <a:solidFill>
                  <a:srgbClr val="3A3F4B"/>
                </a:solidFill>
                <a:latin typeface="Inter"/>
              </a:rPr>
              <a:t>Remove unwanted items with the red trash icon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0" y="502920"/>
            <a:ext cx="6217920" cy="5760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_new_store_equipment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457200"/>
            <a:ext cx="62179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Inter"/>
              </a:rPr>
              <a:t>Carter's Retail Inc. — Equipment Request Portal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71B25"/>
                </a:solidFill>
                <a:latin typeface="Poppins"/>
              </a:rPr>
              <a:t>Store Size Options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1. </a:t>
            </a:r>
            <a:r>
              <a:rPr sz="1300">
                <a:solidFill>
                  <a:srgbClr val="3A3F4B"/>
                </a:solidFill>
                <a:latin typeface="Inter"/>
              </a:rPr>
              <a:t>Small (Under 3,000 sq ft) — Basic bundle with ~10 items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2. </a:t>
            </a:r>
            <a:r>
              <a:rPr sz="1300">
                <a:solidFill>
                  <a:srgbClr val="3A3F4B"/>
                </a:solidFill>
                <a:latin typeface="Inter"/>
              </a:rPr>
              <a:t>Medium (3,000–6,000 sq ft) — Standard bundle with ~18 items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3. </a:t>
            </a:r>
            <a:r>
              <a:rPr sz="1300">
                <a:solidFill>
                  <a:srgbClr val="3A3F4B"/>
                </a:solidFill>
                <a:latin typeface="Inter"/>
              </a:rPr>
              <a:t>Large (Over 6,000 sq ft) — Full bundle with ~28 items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4. </a:t>
            </a:r>
            <a:r>
              <a:rPr sz="1300">
                <a:solidFill>
                  <a:srgbClr val="3A3F4B"/>
                </a:solidFill>
                <a:latin typeface="Inter"/>
              </a:rPr>
              <a:t>Bundles include Networking, POS, Fixtures, Security, Signage, and more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5. </a:t>
            </a:r>
            <a:r>
              <a:rPr sz="1300">
                <a:solidFill>
                  <a:srgbClr val="3A3F4B"/>
                </a:solidFill>
                <a:latin typeface="Inter"/>
              </a:rPr>
              <a:t>Click 'Submit Order' when your equipment list is finalized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0" y="502920"/>
            <a:ext cx="6217920" cy="5760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_new_store_bund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457200"/>
            <a:ext cx="62179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7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Poppins"/>
              </a:rPr>
              <a:t>Replacement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CCE5FF"/>
                </a:solidFill>
                <a:latin typeface="Inter"/>
              </a:rPr>
              <a:t>Requesting individual equipment replacements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Inter"/>
              </a:rPr>
              <a:t>Carter's Retail Inc. — Equipment Request Portal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71B25"/>
                </a:solidFill>
                <a:latin typeface="Poppins"/>
              </a:rPr>
              <a:t>Replacement Item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1. </a:t>
            </a:r>
            <a:r>
              <a:rPr sz="1300">
                <a:solidFill>
                  <a:srgbClr val="3A3F4B"/>
                </a:solidFill>
                <a:latin typeface="Inter"/>
              </a:rPr>
              <a:t>Search and select the store location that needs equipment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2. </a:t>
            </a:r>
            <a:r>
              <a:rPr sz="1300">
                <a:solidFill>
                  <a:srgbClr val="3A3F4B"/>
                </a:solidFill>
                <a:latin typeface="Inter"/>
              </a:rPr>
              <a:t>Set the request priority (Low, Medium, High, Urgent)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3. </a:t>
            </a:r>
            <a:r>
              <a:rPr sz="1300">
                <a:solidFill>
                  <a:srgbClr val="3A3F4B"/>
                </a:solidFill>
                <a:latin typeface="Inter"/>
              </a:rPr>
              <a:t>Browse the Available Products list on the left panel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4. </a:t>
            </a:r>
            <a:r>
              <a:rPr sz="1300">
                <a:solidFill>
                  <a:srgbClr val="3A3F4B"/>
                </a:solidFill>
                <a:latin typeface="Inter"/>
              </a:rPr>
              <a:t>Use the search bar to filter products by name or category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5. </a:t>
            </a:r>
            <a:r>
              <a:rPr sz="1300">
                <a:solidFill>
                  <a:srgbClr val="3A3F4B"/>
                </a:solidFill>
                <a:latin typeface="Inter"/>
              </a:rPr>
              <a:t>Click the + icon to add a product to your Selected Items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6. </a:t>
            </a:r>
            <a:r>
              <a:rPr sz="1300">
                <a:solidFill>
                  <a:srgbClr val="3A3F4B"/>
                </a:solidFill>
                <a:latin typeface="Inter"/>
              </a:rPr>
              <a:t>Adjust quantities and check 'Install All' if needed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7. </a:t>
            </a:r>
            <a:r>
              <a:rPr sz="1300">
                <a:solidFill>
                  <a:srgbClr val="3A3F4B"/>
                </a:solidFill>
                <a:latin typeface="Inter"/>
              </a:rPr>
              <a:t>Add notes describing the issue or reason for replacement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8. </a:t>
            </a:r>
            <a:r>
              <a:rPr sz="1300">
                <a:solidFill>
                  <a:srgbClr val="3A3F4B"/>
                </a:solidFill>
                <a:latin typeface="Inter"/>
              </a:rPr>
              <a:t>Click 'Submit Request' when ready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0" y="502920"/>
            <a:ext cx="6217920" cy="5760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_replacement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457200"/>
            <a:ext cx="62179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7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Poppins"/>
              </a:rPr>
              <a:t>General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CCE5FF"/>
                </a:solidFill>
                <a:latin typeface="Inter"/>
              </a:rPr>
              <a:t>For non-equipment IT issues and requests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Inter"/>
              </a:rPr>
              <a:t>Carter's Retail Inc. — Equipment Request Portal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71B25"/>
                </a:solidFill>
                <a:latin typeface="Poppins"/>
              </a:rPr>
              <a:t>General Support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1. </a:t>
            </a:r>
            <a:r>
              <a:rPr sz="1300">
                <a:solidFill>
                  <a:srgbClr val="3A3F4B"/>
                </a:solidFill>
                <a:latin typeface="Inter"/>
              </a:rPr>
              <a:t>Select a category: Network, Software, Hardware, Account, or Other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2. </a:t>
            </a:r>
            <a:r>
              <a:rPr sz="1300">
                <a:solidFill>
                  <a:srgbClr val="3A3F4B"/>
                </a:solidFill>
                <a:latin typeface="Inter"/>
              </a:rPr>
              <a:t>Set the priority level (affects response time)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3. </a:t>
            </a:r>
            <a:r>
              <a:rPr sz="1300">
                <a:solidFill>
                  <a:srgbClr val="3A3F4B"/>
                </a:solidFill>
                <a:latin typeface="Inter"/>
              </a:rPr>
              <a:t>Write a detailed description of the issue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4. </a:t>
            </a:r>
            <a:r>
              <a:rPr sz="1300">
                <a:solidFill>
                  <a:srgbClr val="3A3F4B"/>
                </a:solidFill>
                <a:latin typeface="Inter"/>
              </a:rPr>
              <a:t>Add any additional notes or context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5. </a:t>
            </a:r>
            <a:r>
              <a:rPr sz="1300">
                <a:solidFill>
                  <a:srgbClr val="3A3F4B"/>
                </a:solidFill>
                <a:latin typeface="Inter"/>
              </a:rPr>
              <a:t>Click 'Submit Case' to create a support ticket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6. </a:t>
            </a:r>
            <a:r>
              <a:rPr sz="1300">
                <a:solidFill>
                  <a:srgbClr val="3A3F4B"/>
                </a:solidFill>
                <a:latin typeface="Inter"/>
              </a:rPr>
              <a:t>Response times: Urgent (2hr), High (4hr), Medium (1 day), Low (3 days)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0" y="502920"/>
            <a:ext cx="6217920" cy="5760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0_support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457200"/>
            <a:ext cx="62179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7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Poppins"/>
              </a:rPr>
              <a:t>Tracking Requests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CCE5FF"/>
                </a:solidFill>
                <a:latin typeface="Inter"/>
              </a:rPr>
              <a:t>Monitor and manage all your equipment requests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Inter"/>
              </a:rPr>
              <a:t>Carter's Retail Inc. — Equipment Request Portal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71B25"/>
                </a:solidFill>
                <a:latin typeface="Poppins"/>
              </a:rPr>
              <a:t>Requests 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1. </a:t>
            </a:r>
            <a:r>
              <a:rPr sz="1300">
                <a:solidFill>
                  <a:srgbClr val="3A3F4B"/>
                </a:solidFill>
                <a:latin typeface="Inter"/>
              </a:rPr>
              <a:t>Click 'Requests' in the navigation bar to see all requests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2. </a:t>
            </a:r>
            <a:r>
              <a:rPr sz="1300">
                <a:solidFill>
                  <a:srgbClr val="3A3F4B"/>
                </a:solidFill>
                <a:latin typeface="Inter"/>
              </a:rPr>
              <a:t>Search by case number using the search bar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3. </a:t>
            </a:r>
            <a:r>
              <a:rPr sz="1300">
                <a:solidFill>
                  <a:srgbClr val="3A3F4B"/>
                </a:solidFill>
                <a:latin typeface="Inter"/>
              </a:rPr>
              <a:t>Filter by status: Pending, Approved, Shipped, Completed, Cancelled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4. </a:t>
            </a:r>
            <a:r>
              <a:rPr sz="1300">
                <a:solidFill>
                  <a:srgbClr val="3A3F4B"/>
                </a:solidFill>
                <a:latin typeface="Inter"/>
              </a:rPr>
              <a:t>Filter by type: New Store, Replacement, or Support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5. </a:t>
            </a:r>
            <a:r>
              <a:rPr sz="1300">
                <a:solidFill>
                  <a:srgbClr val="3A3F4B"/>
                </a:solidFill>
                <a:latin typeface="Inter"/>
              </a:rPr>
              <a:t>Each row shows case number, type, requester, store, priority, and status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6. </a:t>
            </a:r>
            <a:r>
              <a:rPr sz="1300">
                <a:solidFill>
                  <a:srgbClr val="3A3F4B"/>
                </a:solidFill>
                <a:latin typeface="Inter"/>
              </a:rPr>
              <a:t>Click the eye icon or case number to view full details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7. </a:t>
            </a:r>
            <a:r>
              <a:rPr sz="1300">
                <a:solidFill>
                  <a:srgbClr val="3A3F4B"/>
                </a:solidFill>
                <a:latin typeface="Inter"/>
              </a:rPr>
              <a:t>Admins and Fulfillers can see all requests; Requesters see only their 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0" y="502920"/>
            <a:ext cx="6217920" cy="5760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_requests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457200"/>
            <a:ext cx="62179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Inter"/>
              </a:rPr>
              <a:t>Carter's Retail Inc. — Equipment Request Portal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71B25"/>
                </a:solidFill>
                <a:latin typeface="Poppins"/>
              </a:rPr>
              <a:t>Request Detail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1. </a:t>
            </a:r>
            <a:r>
              <a:rPr sz="1300">
                <a:solidFill>
                  <a:srgbClr val="3A3F4B"/>
                </a:solidFill>
                <a:latin typeface="Inter"/>
              </a:rPr>
              <a:t>View complete request information including requester and store details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2. </a:t>
            </a:r>
            <a:r>
              <a:rPr sz="1300">
                <a:solidFill>
                  <a:srgbClr val="3A3F4B"/>
                </a:solidFill>
                <a:latin typeface="Inter"/>
              </a:rPr>
              <a:t>See the full equipment items list with SKUs, categories, and quantities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3. </a:t>
            </a:r>
            <a:r>
              <a:rPr sz="1300">
                <a:solidFill>
                  <a:srgbClr val="3A3F4B"/>
                </a:solidFill>
                <a:latin typeface="Inter"/>
              </a:rPr>
              <a:t>Track the current status with a color-coded badge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4. </a:t>
            </a:r>
            <a:r>
              <a:rPr sz="1300">
                <a:solidFill>
                  <a:srgbClr val="3A3F4B"/>
                </a:solidFill>
                <a:latin typeface="Inter"/>
              </a:rPr>
              <a:t>Notes and installation preferences are displayed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5. </a:t>
            </a:r>
            <a:r>
              <a:rPr sz="1300">
                <a:solidFill>
                  <a:srgbClr val="3A3F4B"/>
                </a:solidFill>
                <a:latin typeface="Inter"/>
              </a:rPr>
              <a:t>Fulfillers and Admins can update the status (Approve, Ship, Complete, Cancel)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6. </a:t>
            </a:r>
            <a:r>
              <a:rPr sz="1300">
                <a:solidFill>
                  <a:srgbClr val="3A3F4B"/>
                </a:solidFill>
                <a:latin typeface="Inter"/>
              </a:rPr>
              <a:t>Status changes trigger email notifications to the requester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0" y="502920"/>
            <a:ext cx="6217920" cy="5760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2_reques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457200"/>
            <a:ext cx="62179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7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Poppins"/>
              </a:rPr>
              <a:t>Store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CCE5FF"/>
                </a:solidFill>
                <a:latin typeface="Inter"/>
              </a:rPr>
              <a:t>Browse all Carter's retail locations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Inter"/>
              </a:rPr>
              <a:t>Carter's Retail Inc. — Equipment Request Portal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71B25"/>
                </a:solidFill>
                <a:latin typeface="Poppins"/>
              </a:rPr>
              <a:t>Store Locations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1. </a:t>
            </a:r>
            <a:r>
              <a:rPr sz="1300">
                <a:solidFill>
                  <a:srgbClr val="3A3F4B"/>
                </a:solidFill>
                <a:latin typeface="Inter"/>
              </a:rPr>
              <a:t>Click 'Stores' in the navigation to view all locations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2. </a:t>
            </a:r>
            <a:r>
              <a:rPr sz="1300">
                <a:solidFill>
                  <a:srgbClr val="3A3F4B"/>
                </a:solidFill>
                <a:latin typeface="Inter"/>
              </a:rPr>
              <a:t>Each card shows the site number, store name, and full address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3. </a:t>
            </a:r>
            <a:r>
              <a:rPr sz="1300">
                <a:solidFill>
                  <a:srgbClr val="3A3F4B"/>
                </a:solidFill>
                <a:latin typeface="Inter"/>
              </a:rPr>
              <a:t>Store size badges (Small, Medium, Large) are color-coded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4. </a:t>
            </a:r>
            <a:r>
              <a:rPr sz="1300">
                <a:solidFill>
                  <a:srgbClr val="3A3F4B"/>
                </a:solidFill>
                <a:latin typeface="Inter"/>
              </a:rPr>
              <a:t>Use the search bar to filter by name, site number, or city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5. </a:t>
            </a:r>
            <a:r>
              <a:rPr sz="1300">
                <a:solidFill>
                  <a:srgbClr val="3A3F4B"/>
                </a:solidFill>
                <a:latin typeface="Inter"/>
              </a:rPr>
              <a:t>15 Carter's locations across Georgia are pre-loaded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0" y="502920"/>
            <a:ext cx="6217920" cy="5760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3_st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457200"/>
            <a:ext cx="62179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7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Poppins"/>
              </a:rPr>
              <a:t>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CCE5FF"/>
                </a:solidFill>
                <a:latin typeface="Inter"/>
              </a:rPr>
              <a:t>Self-service guides and documentation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Inter"/>
              </a:rPr>
              <a:t>Carter's Retail Inc. — Equipment Request Portal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71B25"/>
                </a:solidFill>
                <a:latin typeface="Poppins"/>
              </a:rPr>
              <a:t>Knowledge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1. </a:t>
            </a:r>
            <a:r>
              <a:rPr sz="1300">
                <a:solidFill>
                  <a:srgbClr val="3A3F4B"/>
                </a:solidFill>
                <a:latin typeface="Inter"/>
              </a:rPr>
              <a:t>Click 'Knowledge' in the navigation bar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2. </a:t>
            </a:r>
            <a:r>
              <a:rPr sz="1300">
                <a:solidFill>
                  <a:srgbClr val="3A3F4B"/>
                </a:solidFill>
                <a:latin typeface="Inter"/>
              </a:rPr>
              <a:t>Articles are organized by category: Support, Process, Reference, Equipment Requests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3. </a:t>
            </a:r>
            <a:r>
              <a:rPr sz="1300">
                <a:solidFill>
                  <a:srgbClr val="3A3F4B"/>
                </a:solidFill>
                <a:latin typeface="Inter"/>
              </a:rPr>
              <a:t>Search articles by title or content using the search bar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4. </a:t>
            </a:r>
            <a:r>
              <a:rPr sz="1300">
                <a:solidFill>
                  <a:srgbClr val="3A3F4B"/>
                </a:solidFill>
                <a:latin typeface="Inter"/>
              </a:rPr>
              <a:t>Click any article to read the full guide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5. </a:t>
            </a:r>
            <a:r>
              <a:rPr sz="1300">
                <a:solidFill>
                  <a:srgbClr val="3A3F4B"/>
                </a:solidFill>
                <a:latin typeface="Inter"/>
              </a:rPr>
              <a:t>Topics include: How to submit requests, fulfillment timelines, bundle guides, and more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0" y="502920"/>
            <a:ext cx="6217920" cy="5760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4_knowledge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457200"/>
            <a:ext cx="62179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7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Poppins"/>
              </a:rPr>
              <a:t>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CCE5FF"/>
                </a:solidFill>
                <a:latin typeface="Inter"/>
              </a:rPr>
              <a:t>System management for Admin users only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Inter"/>
              </a:rPr>
              <a:t>Carter's Retail Inc. — Equipment Request Portal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71B25"/>
                </a:solidFill>
                <a:latin typeface="Poppins"/>
              </a:rPr>
              <a:t>Admin 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1. </a:t>
            </a:r>
            <a:r>
              <a:rPr sz="1300">
                <a:solidFill>
                  <a:srgbClr val="3A3F4B"/>
                </a:solidFill>
                <a:latin typeface="Inter"/>
              </a:rPr>
              <a:t>The Admin panel is only visible to users with the Admin role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2. </a:t>
            </a:r>
            <a:r>
              <a:rPr sz="1300">
                <a:solidFill>
                  <a:srgbClr val="3A3F4B"/>
                </a:solidFill>
                <a:latin typeface="Inter"/>
              </a:rPr>
              <a:t>Five management areas: Users, Products, Bundles, Stores, and Knowledge Articles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3. </a:t>
            </a:r>
            <a:r>
              <a:rPr sz="1300">
                <a:solidFill>
                  <a:srgbClr val="3A3F4B"/>
                </a:solidFill>
                <a:latin typeface="Inter"/>
              </a:rPr>
              <a:t>Click 'Manage' on any card to enter that management section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4. </a:t>
            </a:r>
            <a:r>
              <a:rPr sz="1300">
                <a:solidFill>
                  <a:srgbClr val="3A3F4B"/>
                </a:solidFill>
                <a:latin typeface="Inter"/>
              </a:rPr>
              <a:t>All changes take effect immediately across the portal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0" y="502920"/>
            <a:ext cx="6217920" cy="5760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5_admin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457200"/>
            <a:ext cx="62179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Inter"/>
              </a:rPr>
              <a:t>Carter's Retail Inc. — Equipment Request Portal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71B25"/>
                </a:solidFill>
                <a:latin typeface="Poppins"/>
              </a:rPr>
              <a:t>User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1. </a:t>
            </a:r>
            <a:r>
              <a:rPr sz="1300">
                <a:solidFill>
                  <a:srgbClr val="3A3F4B"/>
                </a:solidFill>
                <a:latin typeface="Inter"/>
              </a:rPr>
              <a:t>View all registered users with name, email, role, and creation date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2. </a:t>
            </a:r>
            <a:r>
              <a:rPr sz="1300">
                <a:solidFill>
                  <a:srgbClr val="3A3F4B"/>
                </a:solidFill>
                <a:latin typeface="Inter"/>
              </a:rPr>
              <a:t>Click '+ Add User' to create a new account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3. </a:t>
            </a:r>
            <a:r>
              <a:rPr sz="1300">
                <a:solidFill>
                  <a:srgbClr val="3A3F4B"/>
                </a:solidFill>
                <a:latin typeface="Inter"/>
              </a:rPr>
              <a:t>Assign roles: Requester, Fulfiller, or Admin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4. </a:t>
            </a:r>
            <a:r>
              <a:rPr sz="1300">
                <a:solidFill>
                  <a:srgbClr val="3A3F4B"/>
                </a:solidFill>
                <a:latin typeface="Inter"/>
              </a:rPr>
              <a:t>Use the pencil icon to edit a user's details or change their role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5. </a:t>
            </a:r>
            <a:r>
              <a:rPr sz="1300">
                <a:solidFill>
                  <a:srgbClr val="3A3F4B"/>
                </a:solidFill>
                <a:latin typeface="Inter"/>
              </a:rPr>
              <a:t>Use the trash icon to remove a user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6. </a:t>
            </a:r>
            <a:r>
              <a:rPr sz="1300">
                <a:solidFill>
                  <a:srgbClr val="3A3F4B"/>
                </a:solidFill>
                <a:latin typeface="Inter"/>
              </a:rPr>
              <a:t>Role changes take effect on the user's next login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0" y="502920"/>
            <a:ext cx="6217920" cy="5760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6_admin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457200"/>
            <a:ext cx="62179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Inter"/>
              </a:rPr>
              <a:t>Carter's Retail Inc. — Equipment Request Portal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71B25"/>
                </a:solidFill>
                <a:latin typeface="Poppins"/>
              </a:rPr>
              <a:t>Product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1. </a:t>
            </a:r>
            <a:r>
              <a:rPr sz="1300">
                <a:solidFill>
                  <a:srgbClr val="3A3F4B"/>
                </a:solidFill>
                <a:latin typeface="Inter"/>
              </a:rPr>
              <a:t>View the complete equipment catalog with names, SKUs, categories, prices, and stock levels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2. </a:t>
            </a:r>
            <a:r>
              <a:rPr sz="1300">
                <a:solidFill>
                  <a:srgbClr val="3A3F4B"/>
                </a:solidFill>
                <a:latin typeface="Inter"/>
              </a:rPr>
              <a:t>Search products using the search bar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3. </a:t>
            </a:r>
            <a:r>
              <a:rPr sz="1300">
                <a:solidFill>
                  <a:srgbClr val="3A3F4B"/>
                </a:solidFill>
                <a:latin typeface="Inter"/>
              </a:rPr>
              <a:t>Click '+ Add Product' to add new equipment models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4. </a:t>
            </a:r>
            <a:r>
              <a:rPr sz="1300">
                <a:solidFill>
                  <a:srgbClr val="3A3F4B"/>
                </a:solidFill>
                <a:latin typeface="Inter"/>
              </a:rPr>
              <a:t>Edit product details (name, description, price, stock) with the pencil icon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5. </a:t>
            </a:r>
            <a:r>
              <a:rPr sz="1300">
                <a:solidFill>
                  <a:srgbClr val="3A3F4B"/>
                </a:solidFill>
                <a:latin typeface="Inter"/>
              </a:rPr>
              <a:t>Deactivate products with the trash icon (they're hidden, not deleted)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67B9"/>
                </a:solidFill>
                <a:latin typeface="Inter"/>
              </a:rPr>
              <a:t>6. </a:t>
            </a:r>
            <a:r>
              <a:rPr sz="1300">
                <a:solidFill>
                  <a:srgbClr val="3A3F4B"/>
                </a:solidFill>
                <a:latin typeface="Inter"/>
              </a:rPr>
              <a:t>Products span 9 categories: Accessories, Computers, Fixtures, Networking, POS, Printers, Security, Signage, Telecom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0" y="502920"/>
            <a:ext cx="6217920" cy="57607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7_admin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457200"/>
            <a:ext cx="62179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Inter"/>
              </a:rPr>
              <a:t>Carter's Retail Inc. — Equipment Request Portal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1B25"/>
                </a:solidFill>
                <a:latin typeface="Poppins"/>
              </a:rPr>
              <a:t>User Roles &amp; Permissions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474720" cy="64008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800" b="1">
                <a:solidFill>
                  <a:srgbClr val="FFFFFF"/>
                </a:solidFill>
                <a:latin typeface="Poppins"/>
              </a:rPr>
              <a:t>REQUESTER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200">
                <a:solidFill>
                  <a:srgbClr val="3A3F4B"/>
                </a:solidFill>
                <a:latin typeface="Inter"/>
              </a:rPr>
              <a:t>✓  Create equipment and support requests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3A3F4B"/>
                </a:solidFill>
                <a:latin typeface="Inter"/>
              </a:rPr>
              <a:t>✓  View their own request history and status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3A3F4B"/>
                </a:solidFill>
                <a:latin typeface="Inter"/>
              </a:rPr>
              <a:t>✓  Browse the store directory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3A3F4B"/>
                </a:solidFill>
                <a:latin typeface="Inter"/>
              </a:rPr>
              <a:t>✓  Access the Knowledge Base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3A3F4B"/>
                </a:solidFill>
                <a:latin typeface="Inter"/>
              </a:rPr>
              <a:t>✓  Default role for new sign-ups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371600"/>
            <a:ext cx="34747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79" y="1371600"/>
            <a:ext cx="347472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800" b="1">
                <a:solidFill>
                  <a:srgbClr val="FFFFFF"/>
                </a:solidFill>
                <a:latin typeface="Poppins"/>
              </a:rPr>
              <a:t>FULFILLER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200">
                <a:solidFill>
                  <a:srgbClr val="3A3F4B"/>
                </a:solidFill>
                <a:latin typeface="Inter"/>
              </a:rPr>
              <a:t>✓  All Requester permissions, plus: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3A3F4B"/>
                </a:solidFill>
                <a:latin typeface="Inter"/>
              </a:rPr>
              <a:t>✓  View ALL requests across the organization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3A3F4B"/>
                </a:solidFill>
                <a:latin typeface="Inter"/>
              </a:rPr>
              <a:t>✓  Approve, Ship, Complete, or Cancel requests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3A3F4B"/>
                </a:solidFill>
                <a:latin typeface="Inter"/>
              </a:rPr>
              <a:t>✓  Status changes trigger email notifications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3A3F4B"/>
                </a:solidFill>
                <a:latin typeface="Inter"/>
              </a:rPr>
              <a:t>✓  Manage the fulfillment lifecycle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371600"/>
            <a:ext cx="34747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19" y="1371600"/>
            <a:ext cx="3474720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800" b="1">
                <a:solidFill>
                  <a:srgbClr val="FFFFFF"/>
                </a:solidFill>
                <a:latin typeface="Poppins"/>
              </a:rPr>
              <a:t>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39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200">
                <a:solidFill>
                  <a:srgbClr val="3A3F4B"/>
                </a:solidFill>
                <a:latin typeface="Inter"/>
              </a:rPr>
              <a:t>✓  All Fulfiller permissions, plus: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3A3F4B"/>
                </a:solidFill>
                <a:latin typeface="Inter"/>
              </a:rPr>
              <a:t>✓  Access the Admin panel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3A3F4B"/>
                </a:solidFill>
                <a:latin typeface="Inter"/>
              </a:rPr>
              <a:t>✓  Manage users (create, edit, delete, assign roles)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3A3F4B"/>
                </a:solidFill>
                <a:latin typeface="Inter"/>
              </a:rPr>
              <a:t>✓  Manage the product catalog and equipment bundles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3A3F4B"/>
                </a:solidFill>
                <a:latin typeface="Inter"/>
              </a:rPr>
              <a:t>✓  Manage store locations and knowledge articles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Poppins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CCE5FF"/>
                </a:solidFill>
                <a:latin typeface="Inter"/>
              </a:rPr>
              <a:t>Contact your system administrator or visit the Knowledge Base for additional help.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029200"/>
            <a:ext cx="670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Inter"/>
              </a:rPr>
              <a:t>Carter's Retail Inc. • Powered by Wachter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