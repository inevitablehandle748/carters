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046709-F7AB-49E3-85AA-0887A225E145}" v="10" dt="2026-02-17T13:15:20.6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4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F3E97-97DF-3A5D-4D02-BB361FBFC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2D125F-E482-754B-01D6-1A2835CCE8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5FFA6-2641-6849-F18E-CBD4C44BE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DC00-B698-4C1A-ABAA-096E743FBEC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B6C46-B1E4-8B81-6DA9-79C77C868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CBB2C-8FAC-A118-519A-BBFEBA322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D65F7-B3E7-4CC2-A54F-874CA33E3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623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38E8B-1085-3263-434B-10CA39C41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176DA-085C-1BC9-5021-5BA9D11A9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5F75A-BAD8-6B02-1BDA-31900F308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DC00-B698-4C1A-ABAA-096E743FBEC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906B1-79B4-FD9D-F573-56F748CA8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B2DED-2A49-EABD-4536-CB1E87925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D65F7-B3E7-4CC2-A54F-874CA33E3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06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340C0-0DF8-E9ED-06BE-CEDB86D10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BDF3A-E8A4-6B9D-AA43-4578F9E8E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00BFF-DBAF-8923-E4CD-C901A072A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DC00-B698-4C1A-ABAA-096E743FBEC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429F1-95FB-7696-2B33-000E4BCD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FEC46-8B24-6B25-EB67-5F1DAE528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D65F7-B3E7-4CC2-A54F-874CA33E3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337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CC7E7-6BDA-7C10-53C9-4D1287618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5D420-3964-8051-C371-485C657DC8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4C3576-E890-C0C0-93F3-435222937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9BDB1B-7DDF-9A11-85B3-D152F57CA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DC00-B698-4C1A-ABAA-096E743FBEC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D4B4A3-C288-6148-203A-3F5949D27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1DEE7-EC63-D6B0-429C-44D608494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D65F7-B3E7-4CC2-A54F-874CA33E3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72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AC2CF-D225-6B81-8D46-6BF4E852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E1652-071A-FA6F-349D-F1223510D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36DB75-E3B6-0130-4219-07B8D884D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4E5933-A4A0-45C8-3C49-6EC4A26CFF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701930-9E96-6FF7-6F7A-13E6D99EB3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70D7B1-5D41-130B-188D-0F5034133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DC00-B698-4C1A-ABAA-096E743FBEC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EA14D7-1992-1098-8D2B-C942E9A3B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F75078-A23A-69D3-3454-9749FA7BF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D65F7-B3E7-4CC2-A54F-874CA33E3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41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D1B31-32B1-D84B-5BE3-0752ABE29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E47917-1DF3-B9E3-A19A-ADF796CF6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DC00-B698-4C1A-ABAA-096E743FBEC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C60A69-9F62-0BF3-3A96-169403F99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260882-482E-690E-2985-CB6693C7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D65F7-B3E7-4CC2-A54F-874CA33E3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90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E60B4A-F6BB-6D7F-4265-E5C8230ED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DC00-B698-4C1A-ABAA-096E743FBEC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CB45F-B6C4-9C9F-CD25-3847147FE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55037-A890-7FAD-D808-5071A695F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D65F7-B3E7-4CC2-A54F-874CA33E3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451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E4CD9-F0F2-AB43-94E6-AC89B0F89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2E66A-F404-F939-0FCF-B8347734C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00322A-D18C-C17D-4D09-0A077D002E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DFABF-00D8-8D82-4513-CE6DC9EA9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DC00-B698-4C1A-ABAA-096E743FBEC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184C25-2CF6-62DF-5624-3A810519D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817A5-2FA7-DF25-E69E-A69655E32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D65F7-B3E7-4CC2-A54F-874CA33E3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113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87D0D-7735-B827-55AC-33C0CD705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407947-83B9-D473-B448-620438DEB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39066-544E-CE03-C2E4-C8A6CF1ED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A7749-E360-DDF5-E349-04388A474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DC00-B698-4C1A-ABAA-096E743FBEC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CD449-FB01-DE9D-55D2-F69562F34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57917-965E-6C57-653A-61C8008C9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D65F7-B3E7-4CC2-A54F-874CA33E3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982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90CD3-C082-0B40-F6E2-72F966AE8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C7FFF8-2123-C111-895E-2E9F44523A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8FF09-F0FB-37C8-6136-45652E497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DC00-B698-4C1A-ABAA-096E743FBEC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FB699-5C23-F375-4BC9-F826A7C54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A7EDC-4067-9625-7B5B-A4A46A44E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D65F7-B3E7-4CC2-A54F-874CA33E3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30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22980F-A1E6-69F2-7C37-E5040084AC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93BDA8-2295-51A4-29BB-CB772D1F5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B89DA-7295-A1FA-85F0-E645F8510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DC00-B698-4C1A-ABAA-096E743FBEC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94CCB-FAC2-799E-8862-BD57C2484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7D301-23E4-3EBB-E0C2-2C07F64E3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D65F7-B3E7-4CC2-A54F-874CA33E3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533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38048B-3388-C5A8-E7D5-24B727A9E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288EA-A9CC-9383-0052-CB3DEE36F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5C075-FC3B-D16F-078E-C89F9DE045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DADC00-B698-4C1A-ABAA-096E743FBEC6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DBAB5-5E63-25C3-91DB-F0FE611B49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D8BE2-6B88-691B-4706-A1D09B7C5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5D65F7-B3E7-4CC2-A54F-874CA33E3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643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58E0FE63-9329-3646-E71D-AB5629DB3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825" y="0"/>
            <a:ext cx="78803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2240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2FF173B8-E6EB-F12E-90D3-DA3B7BA8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"/>
            <a:ext cx="12192000" cy="6780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0136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E21F139-55E8-7264-F7DB-A5DFD8B75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150"/>
            <a:ext cx="12192000" cy="680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9374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F59101CB-3508-C8C9-DF75-5C66270DC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400"/>
            <a:ext cx="12192000" cy="680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8380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47A6F5B6-A80F-69F0-8CC7-E7D9350F7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400"/>
            <a:ext cx="12192000" cy="680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2512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5313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Stevenin, Marc</dc:creator>
  <cp:lastModifiedBy>Todd Merrill</cp:lastModifiedBy>
  <cp:revision>2</cp:revision>
  <dcterms:created xsi:type="dcterms:W3CDTF">2026-02-13T20:41:47Z</dcterms:created>
  <dcterms:modified xsi:type="dcterms:W3CDTF">2026-02-18T16:15:41Z</dcterms:modified>
</cp:coreProperties>
</file>